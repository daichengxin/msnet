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7" r:id="rId2"/>
  </p:sldIdLst>
  <p:sldSz cx="8120063" cy="10826750" type="B4ISO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10" userDrawn="1">
          <p15:clr>
            <a:srgbClr val="A4A3A4"/>
          </p15:clr>
        </p15:guide>
        <p15:guide id="2" pos="25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602" y="-461"/>
      </p:cViewPr>
      <p:guideLst>
        <p:guide orient="horz" pos="3410"/>
        <p:guide pos="25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4B28-8BEC-47CA-A2CA-16232EC272ED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84571-D3FF-4D86-ADF7-47B7EA5B1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55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4360" rtl="0" eaLnBrk="1" latinLnBrk="0" hangingPunct="1">
      <a:defRPr sz="1606" kern="1200">
        <a:solidFill>
          <a:schemeClr val="tx1"/>
        </a:solidFill>
        <a:latin typeface="+mn-lt"/>
        <a:ea typeface="+mn-ea"/>
        <a:cs typeface="+mn-cs"/>
      </a:defRPr>
    </a:lvl1pPr>
    <a:lvl2pPr marL="612178" algn="l" defTabSz="1224360" rtl="0" eaLnBrk="1" latinLnBrk="0" hangingPunct="1">
      <a:defRPr sz="1606" kern="1200">
        <a:solidFill>
          <a:schemeClr val="tx1"/>
        </a:solidFill>
        <a:latin typeface="+mn-lt"/>
        <a:ea typeface="+mn-ea"/>
        <a:cs typeface="+mn-cs"/>
      </a:defRPr>
    </a:lvl2pPr>
    <a:lvl3pPr marL="1224360" algn="l" defTabSz="1224360" rtl="0" eaLnBrk="1" latinLnBrk="0" hangingPunct="1">
      <a:defRPr sz="1606" kern="1200">
        <a:solidFill>
          <a:schemeClr val="tx1"/>
        </a:solidFill>
        <a:latin typeface="+mn-lt"/>
        <a:ea typeface="+mn-ea"/>
        <a:cs typeface="+mn-cs"/>
      </a:defRPr>
    </a:lvl3pPr>
    <a:lvl4pPr marL="1836533" algn="l" defTabSz="1224360" rtl="0" eaLnBrk="1" latinLnBrk="0" hangingPunct="1">
      <a:defRPr sz="1606" kern="1200">
        <a:solidFill>
          <a:schemeClr val="tx1"/>
        </a:solidFill>
        <a:latin typeface="+mn-lt"/>
        <a:ea typeface="+mn-ea"/>
        <a:cs typeface="+mn-cs"/>
      </a:defRPr>
    </a:lvl4pPr>
    <a:lvl5pPr marL="2448716" algn="l" defTabSz="1224360" rtl="0" eaLnBrk="1" latinLnBrk="0" hangingPunct="1">
      <a:defRPr sz="1606" kern="1200">
        <a:solidFill>
          <a:schemeClr val="tx1"/>
        </a:solidFill>
        <a:latin typeface="+mn-lt"/>
        <a:ea typeface="+mn-ea"/>
        <a:cs typeface="+mn-cs"/>
      </a:defRPr>
    </a:lvl5pPr>
    <a:lvl6pPr marL="3060893" algn="l" defTabSz="1224360" rtl="0" eaLnBrk="1" latinLnBrk="0" hangingPunct="1">
      <a:defRPr sz="1606" kern="1200">
        <a:solidFill>
          <a:schemeClr val="tx1"/>
        </a:solidFill>
        <a:latin typeface="+mn-lt"/>
        <a:ea typeface="+mn-ea"/>
        <a:cs typeface="+mn-cs"/>
      </a:defRPr>
    </a:lvl6pPr>
    <a:lvl7pPr marL="3673074" algn="l" defTabSz="1224360" rtl="0" eaLnBrk="1" latinLnBrk="0" hangingPunct="1">
      <a:defRPr sz="1606" kern="1200">
        <a:solidFill>
          <a:schemeClr val="tx1"/>
        </a:solidFill>
        <a:latin typeface="+mn-lt"/>
        <a:ea typeface="+mn-ea"/>
        <a:cs typeface="+mn-cs"/>
      </a:defRPr>
    </a:lvl7pPr>
    <a:lvl8pPr marL="4285251" algn="l" defTabSz="1224360" rtl="0" eaLnBrk="1" latinLnBrk="0" hangingPunct="1">
      <a:defRPr sz="1606" kern="1200">
        <a:solidFill>
          <a:schemeClr val="tx1"/>
        </a:solidFill>
        <a:latin typeface="+mn-lt"/>
        <a:ea typeface="+mn-ea"/>
        <a:cs typeface="+mn-cs"/>
      </a:defRPr>
    </a:lvl8pPr>
    <a:lvl9pPr marL="4897431" algn="l" defTabSz="1224360" rtl="0" eaLnBrk="1" latinLnBrk="0" hangingPunct="1">
      <a:defRPr sz="16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005" y="1771879"/>
            <a:ext cx="6902054" cy="3769313"/>
          </a:xfrm>
        </p:spPr>
        <p:txBody>
          <a:bodyPr anchor="b"/>
          <a:lstStyle>
            <a:lvl1pPr algn="ctr">
              <a:defRPr sz="53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5008" y="5686551"/>
            <a:ext cx="6090047" cy="2613958"/>
          </a:xfrm>
        </p:spPr>
        <p:txBody>
          <a:bodyPr/>
          <a:lstStyle>
            <a:lvl1pPr marL="0" indent="0" algn="ctr">
              <a:buNone/>
              <a:defRPr sz="2131"/>
            </a:lvl1pPr>
            <a:lvl2pPr marL="405994" indent="0" algn="ctr">
              <a:buNone/>
              <a:defRPr sz="1776"/>
            </a:lvl2pPr>
            <a:lvl3pPr marL="811987" indent="0" algn="ctr">
              <a:buNone/>
              <a:defRPr sz="1598"/>
            </a:lvl3pPr>
            <a:lvl4pPr marL="1217981" indent="0" algn="ctr">
              <a:buNone/>
              <a:defRPr sz="1421"/>
            </a:lvl4pPr>
            <a:lvl5pPr marL="1623974" indent="0" algn="ctr">
              <a:buNone/>
              <a:defRPr sz="1421"/>
            </a:lvl5pPr>
            <a:lvl6pPr marL="2029968" indent="0" algn="ctr">
              <a:buNone/>
              <a:defRPr sz="1421"/>
            </a:lvl6pPr>
            <a:lvl7pPr marL="2435962" indent="0" algn="ctr">
              <a:buNone/>
              <a:defRPr sz="1421"/>
            </a:lvl7pPr>
            <a:lvl8pPr marL="2841955" indent="0" algn="ctr">
              <a:buNone/>
              <a:defRPr sz="1421"/>
            </a:lvl8pPr>
            <a:lvl9pPr marL="3247949" indent="0" algn="ctr">
              <a:buNone/>
              <a:defRPr sz="142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57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56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026" y="2699172"/>
            <a:ext cx="7003554" cy="4503626"/>
          </a:xfrm>
        </p:spPr>
        <p:txBody>
          <a:bodyPr anchor="b"/>
          <a:lstStyle>
            <a:lvl1pPr>
              <a:defRPr sz="53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026" y="7245404"/>
            <a:ext cx="7003554" cy="2368351"/>
          </a:xfrm>
        </p:spPr>
        <p:txBody>
          <a:bodyPr/>
          <a:lstStyle>
            <a:lvl1pPr marL="0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1pPr>
            <a:lvl2pPr marL="405994" indent="0">
              <a:buNone/>
              <a:defRPr sz="1776">
                <a:solidFill>
                  <a:schemeClr val="tx1">
                    <a:tint val="82000"/>
                  </a:schemeClr>
                </a:solidFill>
              </a:defRPr>
            </a:lvl2pPr>
            <a:lvl3pPr marL="811987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3pPr>
            <a:lvl4pPr marL="1217981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4pPr>
            <a:lvl5pPr marL="1623974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5pPr>
            <a:lvl6pPr marL="2029968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6pPr>
            <a:lvl7pPr marL="2435962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7pPr>
            <a:lvl8pPr marL="2841955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8pPr>
            <a:lvl9pPr marL="3247949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041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8254" y="2882121"/>
            <a:ext cx="3451027" cy="68694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0782" y="2882121"/>
            <a:ext cx="3451027" cy="68694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645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12" y="576427"/>
            <a:ext cx="7003554" cy="209267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9313" y="2654058"/>
            <a:ext cx="3435167" cy="1300713"/>
          </a:xfrm>
        </p:spPr>
        <p:txBody>
          <a:bodyPr anchor="b"/>
          <a:lstStyle>
            <a:lvl1pPr marL="0" indent="0">
              <a:buNone/>
              <a:defRPr sz="2131" b="1"/>
            </a:lvl1pPr>
            <a:lvl2pPr marL="405994" indent="0">
              <a:buNone/>
              <a:defRPr sz="1776" b="1"/>
            </a:lvl2pPr>
            <a:lvl3pPr marL="811987" indent="0">
              <a:buNone/>
              <a:defRPr sz="1598" b="1"/>
            </a:lvl3pPr>
            <a:lvl4pPr marL="1217981" indent="0">
              <a:buNone/>
              <a:defRPr sz="1421" b="1"/>
            </a:lvl4pPr>
            <a:lvl5pPr marL="1623974" indent="0">
              <a:buNone/>
              <a:defRPr sz="1421" b="1"/>
            </a:lvl5pPr>
            <a:lvl6pPr marL="2029968" indent="0">
              <a:buNone/>
              <a:defRPr sz="1421" b="1"/>
            </a:lvl6pPr>
            <a:lvl7pPr marL="2435962" indent="0">
              <a:buNone/>
              <a:defRPr sz="1421" b="1"/>
            </a:lvl7pPr>
            <a:lvl8pPr marL="2841955" indent="0">
              <a:buNone/>
              <a:defRPr sz="1421" b="1"/>
            </a:lvl8pPr>
            <a:lvl9pPr marL="3247949" indent="0">
              <a:buNone/>
              <a:defRPr sz="142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313" y="3954771"/>
            <a:ext cx="3435167" cy="5816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10783" y="2654058"/>
            <a:ext cx="3452084" cy="1300713"/>
          </a:xfrm>
        </p:spPr>
        <p:txBody>
          <a:bodyPr anchor="b"/>
          <a:lstStyle>
            <a:lvl1pPr marL="0" indent="0">
              <a:buNone/>
              <a:defRPr sz="2131" b="1"/>
            </a:lvl1pPr>
            <a:lvl2pPr marL="405994" indent="0">
              <a:buNone/>
              <a:defRPr sz="1776" b="1"/>
            </a:lvl2pPr>
            <a:lvl3pPr marL="811987" indent="0">
              <a:buNone/>
              <a:defRPr sz="1598" b="1"/>
            </a:lvl3pPr>
            <a:lvl4pPr marL="1217981" indent="0">
              <a:buNone/>
              <a:defRPr sz="1421" b="1"/>
            </a:lvl4pPr>
            <a:lvl5pPr marL="1623974" indent="0">
              <a:buNone/>
              <a:defRPr sz="1421" b="1"/>
            </a:lvl5pPr>
            <a:lvl6pPr marL="2029968" indent="0">
              <a:buNone/>
              <a:defRPr sz="1421" b="1"/>
            </a:lvl6pPr>
            <a:lvl7pPr marL="2435962" indent="0">
              <a:buNone/>
              <a:defRPr sz="1421" b="1"/>
            </a:lvl7pPr>
            <a:lvl8pPr marL="2841955" indent="0">
              <a:buNone/>
              <a:defRPr sz="1421" b="1"/>
            </a:lvl8pPr>
            <a:lvl9pPr marL="3247949" indent="0">
              <a:buNone/>
              <a:defRPr sz="142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10783" y="3954771"/>
            <a:ext cx="3452084" cy="5816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68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913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761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12" y="721783"/>
            <a:ext cx="2618932" cy="2526242"/>
          </a:xfrm>
        </p:spPr>
        <p:txBody>
          <a:bodyPr anchor="b"/>
          <a:lstStyle>
            <a:lvl1pPr>
              <a:defRPr sz="284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2084" y="1558854"/>
            <a:ext cx="4110782" cy="7694010"/>
          </a:xfrm>
        </p:spPr>
        <p:txBody>
          <a:bodyPr/>
          <a:lstStyle>
            <a:lvl1pPr>
              <a:defRPr sz="2842"/>
            </a:lvl1pPr>
            <a:lvl2pPr>
              <a:defRPr sz="2486"/>
            </a:lvl2pPr>
            <a:lvl3pPr>
              <a:defRPr sz="2131"/>
            </a:lvl3pPr>
            <a:lvl4pPr>
              <a:defRPr sz="1776"/>
            </a:lvl4pPr>
            <a:lvl5pPr>
              <a:defRPr sz="1776"/>
            </a:lvl5pPr>
            <a:lvl6pPr>
              <a:defRPr sz="1776"/>
            </a:lvl6pPr>
            <a:lvl7pPr>
              <a:defRPr sz="1776"/>
            </a:lvl7pPr>
            <a:lvl8pPr>
              <a:defRPr sz="1776"/>
            </a:lvl8pPr>
            <a:lvl9pPr>
              <a:defRPr sz="177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9312" y="3248025"/>
            <a:ext cx="2618932" cy="6017368"/>
          </a:xfrm>
        </p:spPr>
        <p:txBody>
          <a:bodyPr/>
          <a:lstStyle>
            <a:lvl1pPr marL="0" indent="0">
              <a:buNone/>
              <a:defRPr sz="1421"/>
            </a:lvl1pPr>
            <a:lvl2pPr marL="405994" indent="0">
              <a:buNone/>
              <a:defRPr sz="1243"/>
            </a:lvl2pPr>
            <a:lvl3pPr marL="811987" indent="0">
              <a:buNone/>
              <a:defRPr sz="1066"/>
            </a:lvl3pPr>
            <a:lvl4pPr marL="1217981" indent="0">
              <a:buNone/>
              <a:defRPr sz="888"/>
            </a:lvl4pPr>
            <a:lvl5pPr marL="1623974" indent="0">
              <a:buNone/>
              <a:defRPr sz="888"/>
            </a:lvl5pPr>
            <a:lvl6pPr marL="2029968" indent="0">
              <a:buNone/>
              <a:defRPr sz="888"/>
            </a:lvl6pPr>
            <a:lvl7pPr marL="2435962" indent="0">
              <a:buNone/>
              <a:defRPr sz="888"/>
            </a:lvl7pPr>
            <a:lvl8pPr marL="2841955" indent="0">
              <a:buNone/>
              <a:defRPr sz="888"/>
            </a:lvl8pPr>
            <a:lvl9pPr marL="3247949" indent="0">
              <a:buNone/>
              <a:defRPr sz="8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58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12" y="721783"/>
            <a:ext cx="2618932" cy="2526242"/>
          </a:xfrm>
        </p:spPr>
        <p:txBody>
          <a:bodyPr anchor="b"/>
          <a:lstStyle>
            <a:lvl1pPr>
              <a:defRPr sz="284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52084" y="1558854"/>
            <a:ext cx="4110782" cy="7694010"/>
          </a:xfrm>
        </p:spPr>
        <p:txBody>
          <a:bodyPr anchor="t"/>
          <a:lstStyle>
            <a:lvl1pPr marL="0" indent="0">
              <a:buNone/>
              <a:defRPr sz="2842"/>
            </a:lvl1pPr>
            <a:lvl2pPr marL="405994" indent="0">
              <a:buNone/>
              <a:defRPr sz="2486"/>
            </a:lvl2pPr>
            <a:lvl3pPr marL="811987" indent="0">
              <a:buNone/>
              <a:defRPr sz="2131"/>
            </a:lvl3pPr>
            <a:lvl4pPr marL="1217981" indent="0">
              <a:buNone/>
              <a:defRPr sz="1776"/>
            </a:lvl4pPr>
            <a:lvl5pPr marL="1623974" indent="0">
              <a:buNone/>
              <a:defRPr sz="1776"/>
            </a:lvl5pPr>
            <a:lvl6pPr marL="2029968" indent="0">
              <a:buNone/>
              <a:defRPr sz="1776"/>
            </a:lvl6pPr>
            <a:lvl7pPr marL="2435962" indent="0">
              <a:buNone/>
              <a:defRPr sz="1776"/>
            </a:lvl7pPr>
            <a:lvl8pPr marL="2841955" indent="0">
              <a:buNone/>
              <a:defRPr sz="1776"/>
            </a:lvl8pPr>
            <a:lvl9pPr marL="3247949" indent="0">
              <a:buNone/>
              <a:defRPr sz="177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9312" y="3248025"/>
            <a:ext cx="2618932" cy="6017368"/>
          </a:xfrm>
        </p:spPr>
        <p:txBody>
          <a:bodyPr/>
          <a:lstStyle>
            <a:lvl1pPr marL="0" indent="0">
              <a:buNone/>
              <a:defRPr sz="1421"/>
            </a:lvl1pPr>
            <a:lvl2pPr marL="405994" indent="0">
              <a:buNone/>
              <a:defRPr sz="1243"/>
            </a:lvl2pPr>
            <a:lvl3pPr marL="811987" indent="0">
              <a:buNone/>
              <a:defRPr sz="1066"/>
            </a:lvl3pPr>
            <a:lvl4pPr marL="1217981" indent="0">
              <a:buNone/>
              <a:defRPr sz="888"/>
            </a:lvl4pPr>
            <a:lvl5pPr marL="1623974" indent="0">
              <a:buNone/>
              <a:defRPr sz="888"/>
            </a:lvl5pPr>
            <a:lvl6pPr marL="2029968" indent="0">
              <a:buNone/>
              <a:defRPr sz="888"/>
            </a:lvl6pPr>
            <a:lvl7pPr marL="2435962" indent="0">
              <a:buNone/>
              <a:defRPr sz="888"/>
            </a:lvl7pPr>
            <a:lvl8pPr marL="2841955" indent="0">
              <a:buNone/>
              <a:defRPr sz="888"/>
            </a:lvl8pPr>
            <a:lvl9pPr marL="3247949" indent="0">
              <a:buNone/>
              <a:defRPr sz="8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09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61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10920" y="576424"/>
            <a:ext cx="1750889" cy="917517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8255" y="576424"/>
            <a:ext cx="5151165" cy="917517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66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8255" y="576427"/>
            <a:ext cx="7003554" cy="20926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255" y="2882121"/>
            <a:ext cx="7003554" cy="6869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8254" y="10034796"/>
            <a:ext cx="1827014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1E64E-4938-4A85-9510-1088F180F47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9771" y="10034796"/>
            <a:ext cx="2740521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34795" y="10034796"/>
            <a:ext cx="1827014" cy="576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08CA9-EF34-49EF-AD8E-E5267DE95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33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811987" rtl="0" eaLnBrk="1" latinLnBrk="0" hangingPunct="1">
        <a:lnSpc>
          <a:spcPct val="90000"/>
        </a:lnSpc>
        <a:spcBef>
          <a:spcPct val="0"/>
        </a:spcBef>
        <a:buNone/>
        <a:defRPr sz="39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997" indent="-202997" algn="l" defTabSz="811987" rtl="0" eaLnBrk="1" latinLnBrk="0" hangingPunct="1">
        <a:lnSpc>
          <a:spcPct val="90000"/>
        </a:lnSpc>
        <a:spcBef>
          <a:spcPts val="888"/>
        </a:spcBef>
        <a:buFont typeface="Arial" panose="020B0604020202020204" pitchFamily="34" charset="0"/>
        <a:buChar char="•"/>
        <a:defRPr sz="2486" kern="1200">
          <a:solidFill>
            <a:schemeClr val="tx1"/>
          </a:solidFill>
          <a:latin typeface="+mn-lt"/>
          <a:ea typeface="+mn-ea"/>
          <a:cs typeface="+mn-cs"/>
        </a:defRPr>
      </a:lvl1pPr>
      <a:lvl2pPr marL="608990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2pPr>
      <a:lvl3pPr marL="1014984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3pPr>
      <a:lvl4pPr marL="1420978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5pPr>
      <a:lvl6pPr marL="2232965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6pPr>
      <a:lvl7pPr marL="2638958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7pPr>
      <a:lvl8pPr marL="3044952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8pPr>
      <a:lvl9pPr marL="3450946" indent="-202997" algn="l" defTabSz="81198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5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1pPr>
      <a:lvl2pPr marL="405994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2pPr>
      <a:lvl3pPr marL="811987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3pPr>
      <a:lvl4pPr marL="1217981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4pPr>
      <a:lvl5pPr marL="1623974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5pPr>
      <a:lvl6pPr marL="2029968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6pPr>
      <a:lvl7pPr marL="2435962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7pPr>
      <a:lvl8pPr marL="2841955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8pPr>
      <a:lvl9pPr marL="3247949" algn="l" defTabSz="811987" rtl="0" eaLnBrk="1" latinLnBrk="0" hangingPunct="1">
        <a:defRPr sz="15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F60DE780-1A92-5CBE-D316-EA71BAADEE5A}"/>
              </a:ext>
            </a:extLst>
          </p:cNvPr>
          <p:cNvSpPr txBox="1"/>
          <p:nvPr/>
        </p:nvSpPr>
        <p:spPr>
          <a:xfrm>
            <a:off x="3440769" y="7022604"/>
            <a:ext cx="1619239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2" dirty="0">
                <a:latin typeface="Arial" panose="020B0604020202020204" pitchFamily="34" charset="0"/>
                <a:cs typeface="Arial" panose="020B0604020202020204" pitchFamily="34" charset="0"/>
              </a:rPr>
              <a:t>PTMs</a:t>
            </a:r>
            <a:endParaRPr lang="zh-CN" altLang="en-US" sz="105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DCB201-37E9-8EF0-4B40-E2B4A9A0EF10}"/>
              </a:ext>
            </a:extLst>
          </p:cNvPr>
          <p:cNvSpPr txBox="1"/>
          <p:nvPr/>
        </p:nvSpPr>
        <p:spPr>
          <a:xfrm>
            <a:off x="398967" y="7022604"/>
            <a:ext cx="2721009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2" dirty="0">
                <a:latin typeface="Arial" panose="020B0604020202020204" pitchFamily="34" charset="0"/>
                <a:cs typeface="Arial" panose="020B0604020202020204" pitchFamily="34" charset="0"/>
              </a:rPr>
              <a:t>Precursors and sequences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CB2EB0-04F0-2977-C2BF-9A6026BFC562}"/>
              </a:ext>
            </a:extLst>
          </p:cNvPr>
          <p:cNvSpPr txBox="1"/>
          <p:nvPr/>
        </p:nvSpPr>
        <p:spPr>
          <a:xfrm>
            <a:off x="6025249" y="7022604"/>
            <a:ext cx="1619239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2" dirty="0">
                <a:latin typeface="Arial" panose="020B0604020202020204" pitchFamily="34" charset="0"/>
                <a:cs typeface="Arial" panose="020B0604020202020204" pitchFamily="34" charset="0"/>
              </a:rPr>
              <a:t>Species</a:t>
            </a:r>
            <a:endParaRPr lang="zh-CN" altLang="en-US" sz="105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E0CA4A7-2971-8668-B2E9-B0BCD87B8AFB}"/>
              </a:ext>
            </a:extLst>
          </p:cNvPr>
          <p:cNvSpPr txBox="1"/>
          <p:nvPr/>
        </p:nvSpPr>
        <p:spPr>
          <a:xfrm>
            <a:off x="13350" y="4144632"/>
            <a:ext cx="687413" cy="277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3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385275-DCAE-37E8-9DE1-0D35271CAC6B}"/>
              </a:ext>
            </a:extLst>
          </p:cNvPr>
          <p:cNvSpPr txBox="1"/>
          <p:nvPr/>
        </p:nvSpPr>
        <p:spPr>
          <a:xfrm>
            <a:off x="13350" y="7608006"/>
            <a:ext cx="687413" cy="277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3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56C6D0-8CD3-0481-F53D-7EDF42D3A2A2}"/>
              </a:ext>
            </a:extLst>
          </p:cNvPr>
          <p:cNvSpPr txBox="1"/>
          <p:nvPr/>
        </p:nvSpPr>
        <p:spPr>
          <a:xfrm>
            <a:off x="13350" y="552295"/>
            <a:ext cx="687413" cy="277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3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20F59A22-9E09-3A3E-AA4E-ADC89FD1D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84" y="891650"/>
            <a:ext cx="7897294" cy="3206302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B269DB41-ACC5-00DD-064D-E711F465B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056" y="4346251"/>
            <a:ext cx="7536655" cy="2726234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C7F2A232-8F2B-18A7-2BF9-C3812AF60E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8743" y="7525140"/>
            <a:ext cx="5282576" cy="330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3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540</TotalTime>
  <Words>14</Words>
  <Application>Microsoft Office PowerPoint</Application>
  <PresentationFormat>B4 (ISO)纸张(250x353 毫米)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天泽 凌</dc:creator>
  <cp:lastModifiedBy>天泽 凌</cp:lastModifiedBy>
  <cp:revision>42</cp:revision>
  <dcterms:created xsi:type="dcterms:W3CDTF">2026-04-02T13:41:09Z</dcterms:created>
  <dcterms:modified xsi:type="dcterms:W3CDTF">2026-09-20T23:43:17Z</dcterms:modified>
</cp:coreProperties>
</file>